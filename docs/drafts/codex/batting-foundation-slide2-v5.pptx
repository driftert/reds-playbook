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06850080f84fc7" /><Relationship Type="http://schemas.openxmlformats.org/officeDocument/2006/relationships/extended-properties" Target="/docProps/app.xml" Id="R6963bdb7e5534a25" /><Relationship Type="http://schemas.openxmlformats.org/officeDocument/2006/relationships/officeDocument" Target="/ppt/presentation.xml" Id="R8631ed32f125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ecb4e2b3784ece"/>
  </p:sldMasterIdLst>
  <p:notesMasterIdLst>
    <p:notesMasterId xmlns:r="http://schemas.openxmlformats.org/officeDocument/2006/relationships" r:id="R57717e2e65954ce0"/>
  </p:notesMasterIdLst>
  <p:sldIdLst>
    <p:sldId xmlns:r="http://schemas.openxmlformats.org/officeDocument/2006/relationships" id="256" r:id="R6560539aea6447d9"/>
  </p:sldIdLst>
  <p:sldSz cx="15240000" cy="121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f399a292974b7f" /><Relationship Type="http://schemas.openxmlformats.org/officeDocument/2006/relationships/slideMaster" Target="/ppt/slideMasters/slideMaster1.xml" Id="Rbcecb4e2b3784ece" /><Relationship Type="http://schemas.openxmlformats.org/officeDocument/2006/relationships/notesMaster" Target="/ppt/notesMasters/notesMaster1.xml" Id="R57717e2e65954ce0" /><Relationship Type="http://schemas.openxmlformats.org/officeDocument/2006/relationships/presProps" Target="/ppt/presProps.xml" Id="Rf204bed3615547f3" /><Relationship Type="http://schemas.openxmlformats.org/officeDocument/2006/relationships/tableStyles" Target="/ppt/tableStyles.xml" Id="R92b57d881cb448b1" /><Relationship Type="http://schemas.openxmlformats.org/officeDocument/2006/relationships/slide" Target="/ppt/slides/slide1.xml" Id="R6560539aea64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563268a2e9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85ef1a6cb4ff2" /><Relationship Type="http://schemas.openxmlformats.org/officeDocument/2006/relationships/notesMaster" Target="/ppt/notesMasters/notesMaster1.xml" Id="R5f25c96fc7514e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腰を正面に保つのは体操内で動作を切り分ける制約であり、実打撃で腰を止める指示ではない。顔は投手方向を見る。正しい形は2例、戻すべき形は「上体が縮こまる」「肘が胴体から離れて脇が大きく開く」の2例。回旋角度は合否基準にしない。痛みや違和感があれば中止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08e90122c46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193fe00b6649f7" /><Relationship Type="http://schemas.openxmlformats.org/officeDocument/2006/relationships/slideLayout" Target="/ppt/slideLayouts/slideLayout1.xml" Id="R6fa1ef4b29a8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a1ef4b29a8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ef6cb1cfa4c81" /><Relationship Type="http://schemas.openxmlformats.org/officeDocument/2006/relationships/image" Target="/ppt/media/image.png" Id="R11edbf6770cb4af4" /><Relationship Type="http://schemas.openxmlformats.org/officeDocument/2006/relationships/notesSlide" Target="/ppt/notesSlides/notesSlide1.xml" Id="R3df9f13640e54a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52E5905B-DF64-4FE9-ACF0-64BE3468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447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胸だけを回す　腰を正面に保ち、肩を入れ替える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dbf6770cb4af4"/>
          <a:stretch xmlns:a="http://schemas.openxmlformats.org/drawingml/2006/main"/>
        </p:blipFill>
        <p:spPr>
          <a:xfrm xmlns:a="http://schemas.openxmlformats.org/drawingml/2006/main">
            <a:off x="333375" y="952500"/>
            <a:ext cx="9906000" cy="9906000"/>
          </a:xfrm>
          <a:prstGeom xmlns:a="http://schemas.openxmlformats.org/drawingml/2006/main" prst="rect">
            <a:avLst/>
          </a:prstGeom>
        </p:spPr>
      </p:pic>
      <p:sp>
        <p:nvSpPr>
          <p:cNvPr id="3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06B34B77-4496-4C2E-94DF-D8A7276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00125"/>
            <a:ext cx="423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rPr>
              <a:t>この体操の目的</a:t>
            </a:r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3C389926-416A-4EA8-96DF-3783CF25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495425"/>
            <a:ext cx="4238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腰の動きに引きずられず、背骨を軸に胸と肩を回す。腕ではなく上体の回転でバットを動かす土台をつくる。</a:t>
            </a:r>
          </a:p>
        </p:txBody>
      </p:sp>
      <p:sp>
        <p:nvSpPr>
          <p:cNvPr id="5" name="setup-title">
            <a:extLst xmlns:a="http://schemas.openxmlformats.org/drawingml/2006/main">
              <a:ext uri="{FF2B5EF4-FFF2-40B4-BE49-F238E27FC236}">
                <a16:creationId xmlns:a16="http://schemas.microsoft.com/office/drawing/2014/main" id="{EBF40C55-EFA4-4816-93F8-3608D54C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241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rPr>
              <a:t>準備</a:t>
            </a:r>
          </a:p>
        </p:txBody>
      </p:sp>
      <p:sp>
        <p:nvSpPr>
          <p:cNvPr id="6" name="setup">
            <a:extLst xmlns:a="http://schemas.openxmlformats.org/drawingml/2006/main">
              <a:ext uri="{FF2B5EF4-FFF2-40B4-BE49-F238E27FC236}">
                <a16:creationId xmlns:a16="http://schemas.microsoft.com/office/drawing/2014/main" id="{2549266A-6F6A-4D4B-8EFC-679DBD0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43250"/>
            <a:ext cx="4238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腕を前へ伸ばして手を重ねる。肩を上げず、重ねた側の手を遠くへ伸ばす。左右とも行う。</a:t>
            </a:r>
          </a:p>
        </p:txBody>
      </p:sp>
      <p:sp>
        <p:nvSpPr>
          <p:cNvPr id="7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E2ACDAA0-E4FE-41A1-93AB-F7F2BB9A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7195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955125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955125"/>
                </a:solidFill>
                <a:latin typeface="Hiragino Sans"/>
                <a:ea typeface="Hiragino Sans"/>
                <a:cs typeface="Hiragino Sans"/>
              </a:rPr>
              <a:t>やり方</a:t>
            </a:r>
          </a:p>
        </p:txBody>
      </p:sp>
      <p:sp>
        <p:nvSpPr>
          <p:cNvPr id="8" name="method">
            <a:extLst xmlns:a="http://schemas.openxmlformats.org/drawingml/2006/main">
              <a:ext uri="{FF2B5EF4-FFF2-40B4-BE49-F238E27FC236}">
                <a16:creationId xmlns:a16="http://schemas.microsoft.com/office/drawing/2014/main" id="{6A039800-42F4-4F82-AAFC-B8FA5564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91050"/>
            <a:ext cx="4238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① 肩幅より少し広く立つ。脚のつけ根を引いて軽く沈む。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② 両手を肩へ。肘を胴体につけ、肩を前へすぼめる。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③ おへそは正面。顔は投手方向。片方の肩をあごの下へ。</a:t>
            </a:r>
          </a:p>
          <a:p xmlns:a="http://schemas.openxmlformats.org/drawingml/2006/main">
            <a:pPr>
              <a:def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④ 1回ずつ止め、形を保てたらリズムを上げる。</a:t>
            </a:r>
          </a:p>
        </p:txBody>
      </p:sp>
      <p:sp>
        <p:nvSpPr>
          <p:cNvPr id="9" name="cue-title">
            <a:extLst xmlns:a="http://schemas.openxmlformats.org/drawingml/2006/main">
              <a:ext uri="{FF2B5EF4-FFF2-40B4-BE49-F238E27FC236}">
                <a16:creationId xmlns:a16="http://schemas.microsoft.com/office/drawing/2014/main" id="{9D33A2AD-E76C-4F68-8049-EC4A39E8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000875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rPr>
              <a:t>選手に言う一言</a:t>
            </a:r>
          </a:p>
        </p:txBody>
      </p:sp>
      <p:sp>
        <p:nvSpPr>
          <p:cNvPr id="10" name="cue">
            <a:extLst xmlns:a="http://schemas.openxmlformats.org/drawingml/2006/main">
              <a:ext uri="{FF2B5EF4-FFF2-40B4-BE49-F238E27FC236}">
                <a16:creationId xmlns:a16="http://schemas.microsoft.com/office/drawing/2014/main" id="{F0489BF6-98A0-41E1-B0C9-B847898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429500"/>
            <a:ext cx="4238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「おへそは前のまま。肩をあごの下へ」</a:t>
            </a:r>
          </a:p>
        </p:txBody>
      </p:sp>
      <p:sp>
        <p:nvSpPr>
          <p:cNvPr id="11" name="check-title">
            <a:extLst xmlns:a="http://schemas.openxmlformats.org/drawingml/2006/main">
              <a:ext uri="{FF2B5EF4-FFF2-40B4-BE49-F238E27FC236}">
                <a16:creationId xmlns:a16="http://schemas.microsoft.com/office/drawing/2014/main" id="{E38170FD-7DF5-4655-84AF-0A736701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267700"/>
            <a:ext cx="423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1677A8"/>
                </a:solidFill>
                <a:latin typeface="Hiragino Sans"/>
                <a:ea typeface="Hiragino Sans"/>
                <a:cs typeface="Hiragino Sans"/>
              </a:rPr>
              <a:t>できていたら</a:t>
            </a:r>
          </a:p>
        </p:txBody>
      </p:sp>
      <p:sp>
        <p:nvSpPr>
          <p:cNvPr id="12" name="check">
            <a:extLst xmlns:a="http://schemas.openxmlformats.org/drawingml/2006/main">
              <a:ext uri="{FF2B5EF4-FFF2-40B4-BE49-F238E27FC236}">
                <a16:creationId xmlns:a16="http://schemas.microsoft.com/office/drawing/2014/main" id="{A61BE1EE-A410-48B4-976A-DB97623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686800"/>
            <a:ext cx="4238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・膝とおへその向きが変わらない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・顔は投手方向、上体は立ったまま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・肘が胴体から離れない</a:t>
            </a:r>
          </a:p>
          <a:p xmlns:a="http://schemas.openxmlformats.org/drawingml/2006/main">
            <a:pPr>
              <a:def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・片方の肩があごの下へ入る</a:t>
            </a:r>
          </a:p>
        </p:txBody>
      </p:sp>
      <p:sp>
        <p:nvSpPr>
          <p:cNvPr id="13" name="warning-title">
            <a:extLst xmlns:a="http://schemas.openxmlformats.org/drawingml/2006/main">
              <a:ext uri="{FF2B5EF4-FFF2-40B4-BE49-F238E27FC236}">
                <a16:creationId xmlns:a16="http://schemas.microsoft.com/office/drawing/2014/main" id="{55AC3323-47FF-4B87-8AB9-CEB78C48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1917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3261E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>
                <a:solidFill>
                  <a:srgbClr val="B3261E"/>
                </a:solidFill>
                <a:latin typeface="Hiragino Sans"/>
                <a:ea typeface="Hiragino Sans"/>
                <a:cs typeface="Hiragino Sans"/>
              </a:rPr>
              <a:t>崩れたら戻す</a:t>
            </a:r>
          </a:p>
        </p:txBody>
      </p:sp>
      <p:sp>
        <p:nvSpPr>
          <p:cNvPr id="14" name="warning">
            <a:extLst xmlns:a="http://schemas.openxmlformats.org/drawingml/2006/main">
              <a:ext uri="{FF2B5EF4-FFF2-40B4-BE49-F238E27FC236}">
                <a16:creationId xmlns:a16="http://schemas.microsoft.com/office/drawing/2014/main" id="{D18A91BB-F78E-497E-9ACC-1BD15F97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0553700"/>
            <a:ext cx="4238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>
                <a:solidFill>
                  <a:srgbClr val="111111"/>
                </a:solidFill>
                <a:latin typeface="Hiragino Sans"/>
                <a:ea typeface="Hiragino Sans"/>
                <a:cs typeface="Hiragino Sans"/>
              </a:rPr>
              <a:t>膝が前へ出て上体が縮こまる／肘が胴体から離れ、脇が大きく開く。反動を使わず、回る大きさを競わせない。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82203459-A134-4996-AD9A-AEC0549B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15700"/>
            <a:ext cx="1447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0000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000000"/>
                </a:solidFill>
                <a:latin typeface="Hiragino Sans"/>
                <a:ea typeface="Hiragino Sans"/>
                <a:cs typeface="Hiragino Sans"/>
              </a:rPr>
              <a:t>重要：腰を正面に保つのは、胸の回転だけを切り分けるための体操上の条件。実際の打撃で腰を止めるという意味ではない。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498367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2026-09-16T10:00:38.6600000Z</dcterms:created>
  <dcterms:modified xsi:type="dcterms:W3CDTF">2026-09-16T10:00:38.6600000Z</dcterms:modified>
</coreProperties>
</file>